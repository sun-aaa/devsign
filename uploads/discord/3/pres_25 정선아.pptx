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56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08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2.png"/><Relationship Id="rId21" Type="http://schemas.openxmlformats.org/officeDocument/2006/relationships/image" Target="../media/image27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4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34.png"/><Relationship Id="rId5" Type="http://schemas.openxmlformats.org/officeDocument/2006/relationships/image" Target="../media/image4.pn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6.png"/><Relationship Id="rId18" Type="http://schemas.openxmlformats.org/officeDocument/2006/relationships/image" Target="../media/image44.png"/><Relationship Id="rId26" Type="http://schemas.openxmlformats.org/officeDocument/2006/relationships/image" Target="../media/image50.png"/><Relationship Id="rId3" Type="http://schemas.openxmlformats.org/officeDocument/2006/relationships/image" Target="../media/image2.png"/><Relationship Id="rId21" Type="http://schemas.openxmlformats.org/officeDocument/2006/relationships/image" Target="../media/image32.png"/><Relationship Id="rId7" Type="http://schemas.openxmlformats.org/officeDocument/2006/relationships/image" Target="../media/image38.png"/><Relationship Id="rId12" Type="http://schemas.openxmlformats.org/officeDocument/2006/relationships/image" Target="../media/image8.png"/><Relationship Id="rId17" Type="http://schemas.openxmlformats.org/officeDocument/2006/relationships/image" Target="../media/image16.png"/><Relationship Id="rId25" Type="http://schemas.openxmlformats.org/officeDocument/2006/relationships/image" Target="../media/image49.png"/><Relationship Id="rId2" Type="http://schemas.openxmlformats.org/officeDocument/2006/relationships/image" Target="../media/image1.png"/><Relationship Id="rId16" Type="http://schemas.openxmlformats.org/officeDocument/2006/relationships/image" Target="../media/image43.png"/><Relationship Id="rId20" Type="http://schemas.openxmlformats.org/officeDocument/2006/relationships/image" Target="../media/image31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7.png"/><Relationship Id="rId24" Type="http://schemas.openxmlformats.org/officeDocument/2006/relationships/image" Target="../media/image48.png"/><Relationship Id="rId5" Type="http://schemas.openxmlformats.org/officeDocument/2006/relationships/image" Target="../media/image4.png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15.png"/><Relationship Id="rId19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41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8.png"/><Relationship Id="rId18" Type="http://schemas.openxmlformats.org/officeDocument/2006/relationships/image" Target="../media/image61.png"/><Relationship Id="rId3" Type="http://schemas.openxmlformats.org/officeDocument/2006/relationships/image" Target="../media/image15.png"/><Relationship Id="rId7" Type="http://schemas.openxmlformats.org/officeDocument/2006/relationships/image" Target="../media/image54.png"/><Relationship Id="rId12" Type="http://schemas.openxmlformats.org/officeDocument/2006/relationships/image" Target="../media/image44.png"/><Relationship Id="rId17" Type="http://schemas.openxmlformats.org/officeDocument/2006/relationships/image" Target="../media/image32.png"/><Relationship Id="rId2" Type="http://schemas.openxmlformats.org/officeDocument/2006/relationships/image" Target="../media/image4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57.png"/><Relationship Id="rId5" Type="http://schemas.openxmlformats.org/officeDocument/2006/relationships/image" Target="../media/image8.png"/><Relationship Id="rId15" Type="http://schemas.openxmlformats.org/officeDocument/2006/relationships/image" Target="../media/image31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56.png"/><Relationship Id="rId1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44.png"/><Relationship Id="rId17" Type="http://schemas.openxmlformats.org/officeDocument/2006/relationships/image" Target="../media/image32.png"/><Relationship Id="rId2" Type="http://schemas.openxmlformats.org/officeDocument/2006/relationships/hyperlink" Target="https://www.aiwiki.kr/" TargetMode="Externa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57.png"/><Relationship Id="rId5" Type="http://schemas.openxmlformats.org/officeDocument/2006/relationships/image" Target="../media/image7.png"/><Relationship Id="rId15" Type="http://schemas.openxmlformats.org/officeDocument/2006/relationships/image" Target="../media/image31.png"/><Relationship Id="rId10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63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64.png"/><Relationship Id="rId5" Type="http://schemas.openxmlformats.org/officeDocument/2006/relationships/image" Target="../media/image4.png"/><Relationship Id="rId15" Type="http://schemas.openxmlformats.org/officeDocument/2006/relationships/image" Target="../media/image67.pn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68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2700" y="3429000"/>
            <a:ext cx="14986000" cy="2336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800" y="1739900"/>
            <a:ext cx="2590800" cy="1117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3400" y="1955800"/>
            <a:ext cx="2108200" cy="1206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3400" y="3378200"/>
            <a:ext cx="2743200" cy="1206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8800" y="3162300"/>
            <a:ext cx="2628900" cy="1117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3400" y="4800600"/>
            <a:ext cx="2743200" cy="1206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08800" y="4584700"/>
            <a:ext cx="2641600" cy="1117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3400" y="6210300"/>
            <a:ext cx="1549400" cy="1206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8800" y="6007100"/>
            <a:ext cx="2641600" cy="11176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3581400" y="5092700"/>
            <a:ext cx="7086600" cy="12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191465200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2971800"/>
            <a:ext cx="10477500" cy="127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191465200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4381500"/>
            <a:ext cx="10477500" cy="127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191465200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5803900"/>
            <a:ext cx="10477500" cy="127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191465200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7226300"/>
            <a:ext cx="10477500" cy="12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10700" y="7594600"/>
            <a:ext cx="2273300" cy="8255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08800" y="7416800"/>
            <a:ext cx="2628900" cy="1117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4000" y="1955800"/>
            <a:ext cx="4876800" cy="1117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5700" y="1993900"/>
            <a:ext cx="1333500" cy="1181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17700" y="2298700"/>
            <a:ext cx="406400" cy="419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10800000">
            <a:off x="5689600" y="2425700"/>
            <a:ext cx="3175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4900" y="2705100"/>
            <a:ext cx="8242300" cy="12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100" y="2057400"/>
            <a:ext cx="4457700" cy="6172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1841500"/>
            <a:ext cx="37211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6000" y="2882900"/>
            <a:ext cx="864870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4102100"/>
            <a:ext cx="4216400" cy="4546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4102100"/>
            <a:ext cx="4229100" cy="4546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102100"/>
            <a:ext cx="4229100" cy="454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73100" y="4102100"/>
            <a:ext cx="4229100" cy="4546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6870700" y="6362700"/>
            <a:ext cx="4546600" cy="127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505200"/>
            <a:ext cx="16916400" cy="127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2628900" y="6362700"/>
            <a:ext cx="4546600" cy="127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0400" y="5930900"/>
            <a:ext cx="863600" cy="863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3300" y="6184900"/>
            <a:ext cx="177800" cy="3683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2200" y="5930900"/>
            <a:ext cx="863600" cy="863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5100" y="6184900"/>
            <a:ext cx="177800" cy="3683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41300" y="5930900"/>
            <a:ext cx="863600" cy="863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84200" y="6184900"/>
            <a:ext cx="177800" cy="3683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51500" y="1955800"/>
            <a:ext cx="6985000" cy="1117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40500" y="2019300"/>
            <a:ext cx="4356100" cy="11684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0600" y="2298700"/>
            <a:ext cx="406400" cy="4191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11912600" y="2425700"/>
            <a:ext cx="317500" cy="177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5232400"/>
            <a:ext cx="3898900" cy="3098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6100" y="3543300"/>
            <a:ext cx="1828800" cy="26670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84700" y="3543300"/>
            <a:ext cx="2654300" cy="2667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15400" y="3530600"/>
            <a:ext cx="2514600" cy="26797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119100" y="3543300"/>
            <a:ext cx="2641600" cy="26670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80000" y="5156200"/>
            <a:ext cx="3111500" cy="12827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48800" y="5156200"/>
            <a:ext cx="2374900" cy="13081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639800" y="5156200"/>
            <a:ext cx="32893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4300" y="4546600"/>
            <a:ext cx="4889500" cy="33782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1100" y="3962400"/>
            <a:ext cx="3784600" cy="4216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4300" y="3987800"/>
            <a:ext cx="6832600" cy="4102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184400" y="1320800"/>
            <a:ext cx="13957300" cy="2222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4600" y="1803400"/>
            <a:ext cx="6985000" cy="1117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6100" y="1549400"/>
            <a:ext cx="5651500" cy="24511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3200" y="1968500"/>
            <a:ext cx="800100" cy="838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1000" y="2146300"/>
            <a:ext cx="406400" cy="4191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340600" y="2197100"/>
            <a:ext cx="635000" cy="355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493000" y="2273300"/>
            <a:ext cx="317500" cy="177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7800" y="2959100"/>
            <a:ext cx="5994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1200" y="3822700"/>
            <a:ext cx="2044700" cy="20447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3416300"/>
            <a:ext cx="8318500" cy="453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082800" y="1346200"/>
            <a:ext cx="13957300" cy="2222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3500" y="1828800"/>
            <a:ext cx="6985000" cy="1117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7700" y="1574800"/>
            <a:ext cx="5651500" cy="24511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4800" y="1993900"/>
            <a:ext cx="800100" cy="838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600" y="2171700"/>
            <a:ext cx="406400" cy="4191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442200" y="2222500"/>
            <a:ext cx="635000" cy="355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581900" y="2298700"/>
            <a:ext cx="317500" cy="177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AEAE01F-546F-1054-E4EB-7DDEDA875606}"/>
              </a:ext>
            </a:extLst>
          </p:cNvPr>
          <p:cNvSpPr txBox="1"/>
          <p:nvPr/>
        </p:nvSpPr>
        <p:spPr>
          <a:xfrm>
            <a:off x="10668000" y="6281002"/>
            <a:ext cx="60332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dirty="0">
                <a:hlinkClick r:id="rId2"/>
              </a:rPr>
              <a:t>https://www.aiwiki.kr/</a:t>
            </a:r>
            <a:endParaRPr lang="ko-KR" alt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" y="2527300"/>
            <a:ext cx="8242300" cy="12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" y="3708400"/>
            <a:ext cx="10833100" cy="15875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8700" y="5575300"/>
            <a:ext cx="7759700" cy="2692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000" y="1701800"/>
            <a:ext cx="2806700" cy="177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2654300"/>
            <a:ext cx="871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08000" y="3429000"/>
            <a:ext cx="15608300" cy="2374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9906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9906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9906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505200"/>
            <a:ext cx="14528800" cy="226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선아 정</cp:lastModifiedBy>
  <cp:revision>2</cp:revision>
  <dcterms:created xsi:type="dcterms:W3CDTF">2006-08-16T00:00:00Z</dcterms:created>
  <dcterms:modified xsi:type="dcterms:W3CDTF">2025-10-25T13:56:09Z</dcterms:modified>
</cp:coreProperties>
</file>