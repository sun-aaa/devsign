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16" Target="../media/image22.png" Type="http://schemas.openxmlformats.org/officeDocument/2006/relationships/image"/><Relationship Id="rId17" Target="../media/image23.png" Type="http://schemas.openxmlformats.org/officeDocument/2006/relationships/image"/><Relationship Id="rId18" Target="../media/image24.png" Type="http://schemas.openxmlformats.org/officeDocument/2006/relationships/image"/><Relationship Id="rId19" Target="../media/image25.png" Type="http://schemas.openxmlformats.org/officeDocument/2006/relationships/image"/><Relationship Id="rId2" Target="../media/image1.png" Type="http://schemas.openxmlformats.org/officeDocument/2006/relationships/image"/><Relationship Id="rId20" Target="../media/image26.png" Type="http://schemas.openxmlformats.org/officeDocument/2006/relationships/image"/><Relationship Id="rId21" Target="../media/image27.png" Type="http://schemas.openxmlformats.org/officeDocument/2006/relationships/image"/><Relationship Id="rId22" Target="../media/image28.png" Type="http://schemas.openxmlformats.org/officeDocument/2006/relationships/image"/><Relationship Id="rId23" Target="../media/image29.png" Type="http://schemas.openxmlformats.org/officeDocument/2006/relationships/image"/><Relationship Id="rId24" Target="../media/image30.png" Type="http://schemas.openxmlformats.org/officeDocument/2006/relationships/image"/><Relationship Id="rId25" Target="../media/image31.png" Type="http://schemas.openxmlformats.org/officeDocument/2006/relationships/image"/><Relationship Id="rId26" Target="../media/image32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16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16.png" Type="http://schemas.openxmlformats.org/officeDocument/2006/relationships/image"/><Relationship Id="rId13" Target="../media/image35.png" Type="http://schemas.openxmlformats.org/officeDocument/2006/relationships/image"/><Relationship Id="rId14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7.png" Type="http://schemas.openxmlformats.org/officeDocument/2006/relationships/image"/><Relationship Id="rId12" Target="../media/image8.png" Type="http://schemas.openxmlformats.org/officeDocument/2006/relationships/image"/><Relationship Id="rId13" Target="../media/image6.png" Type="http://schemas.openxmlformats.org/officeDocument/2006/relationships/image"/><Relationship Id="rId14" Target="../media/image42.png" Type="http://schemas.openxmlformats.org/officeDocument/2006/relationships/image"/><Relationship Id="rId15" Target="../media/image43.png" Type="http://schemas.openxmlformats.org/officeDocument/2006/relationships/image"/><Relationship Id="rId16" Target="../media/image44.png" Type="http://schemas.openxmlformats.org/officeDocument/2006/relationships/image"/><Relationship Id="rId17" Target="../media/image16.png" Type="http://schemas.openxmlformats.org/officeDocument/2006/relationships/image"/><Relationship Id="rId18" Target="../media/image45.png" Type="http://schemas.openxmlformats.org/officeDocument/2006/relationships/image"/><Relationship Id="rId19" Target="../media/image46.png" Type="http://schemas.openxmlformats.org/officeDocument/2006/relationships/image"/><Relationship Id="rId2" Target="../media/image1.png" Type="http://schemas.openxmlformats.org/officeDocument/2006/relationships/image"/><Relationship Id="rId20" Target="../media/image31.png" Type="http://schemas.openxmlformats.org/officeDocument/2006/relationships/image"/><Relationship Id="rId21" Target="../media/image32.png" Type="http://schemas.openxmlformats.org/officeDocument/2006/relationships/image"/><Relationship Id="rId22" Target="../media/image47.png" Type="http://schemas.openxmlformats.org/officeDocument/2006/relationships/image"/><Relationship Id="rId23" Target="../media/image48.png" Type="http://schemas.openxmlformats.org/officeDocument/2006/relationships/image"/><Relationship Id="rId24" Target="../media/image49.png" Type="http://schemas.openxmlformats.org/officeDocument/2006/relationships/image"/><Relationship Id="rId25" Target="../media/image50.png" Type="http://schemas.openxmlformats.org/officeDocument/2006/relationships/image"/><Relationship Id="rId26" Target="../media/image51.png" Type="http://schemas.openxmlformats.org/officeDocument/2006/relationships/image"/><Relationship Id="rId27" Target="../media/image52.png" Type="http://schemas.openxmlformats.org/officeDocument/2006/relationships/image"/><Relationship Id="rId28" Target="../media/image53.png" Type="http://schemas.openxmlformats.org/officeDocument/2006/relationships/image"/><Relationship Id="rId29" Target="../media/image54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16.png" Type="http://schemas.openxmlformats.org/officeDocument/2006/relationships/image"/><Relationship Id="rId12" Target="../media/image59.png" Type="http://schemas.openxmlformats.org/officeDocument/2006/relationships/image"/><Relationship Id="rId13" Target="../media/image45.png" Type="http://schemas.openxmlformats.org/officeDocument/2006/relationships/image"/><Relationship Id="rId14" Target="../media/image60.png" Type="http://schemas.openxmlformats.org/officeDocument/2006/relationships/image"/><Relationship Id="rId15" Target="../media/image61.png" Type="http://schemas.openxmlformats.org/officeDocument/2006/relationships/image"/><Relationship Id="rId16" Target="../media/image31.png" Type="http://schemas.openxmlformats.org/officeDocument/2006/relationships/image"/><Relationship Id="rId17" Target="../media/image62.png" Type="http://schemas.openxmlformats.org/officeDocument/2006/relationships/image"/><Relationship Id="rId18" Target="../media/image32.png" Type="http://schemas.openxmlformats.org/officeDocument/2006/relationships/image"/><Relationship Id="rId19" Target="../media/image63.png" Type="http://schemas.openxmlformats.org/officeDocument/2006/relationships/image"/><Relationship Id="rId2" Target="../media/image4.png" Type="http://schemas.openxmlformats.org/officeDocument/2006/relationships/image"/><Relationship Id="rId20" Target="../media/image64.png" Type="http://schemas.openxmlformats.org/officeDocument/2006/relationships/image"/><Relationship Id="rId3" Target="../media/image15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16.png" Type="http://schemas.openxmlformats.org/officeDocument/2006/relationships/image"/><Relationship Id="rId13" Target="../media/image59.png" Type="http://schemas.openxmlformats.org/officeDocument/2006/relationships/image"/><Relationship Id="rId14" Target="../media/image45.png" Type="http://schemas.openxmlformats.org/officeDocument/2006/relationships/image"/><Relationship Id="rId15" Target="../media/image60.png" Type="http://schemas.openxmlformats.org/officeDocument/2006/relationships/image"/><Relationship Id="rId16" Target="../media/image61.png" Type="http://schemas.openxmlformats.org/officeDocument/2006/relationships/image"/><Relationship Id="rId17" Target="../media/image31.png" Type="http://schemas.openxmlformats.org/officeDocument/2006/relationships/image"/><Relationship Id="rId18" Target="../media/image62.png" Type="http://schemas.openxmlformats.org/officeDocument/2006/relationships/image"/><Relationship Id="rId19" Target="../media/image32.png" Type="http://schemas.openxmlformats.org/officeDocument/2006/relationships/image"/><Relationship Id="rId2" Target="../media/image4.png" Type="http://schemas.openxmlformats.org/officeDocument/2006/relationships/image"/><Relationship Id="rId20" Target="../media/image70.png" Type="http://schemas.openxmlformats.org/officeDocument/2006/relationships/image"/><Relationship Id="rId3" Target="../media/image15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16.png" Type="http://schemas.openxmlformats.org/officeDocument/2006/relationships/image"/><Relationship Id="rId12" Target="../media/image59.png" Type="http://schemas.openxmlformats.org/officeDocument/2006/relationships/image"/><Relationship Id="rId13" Target="../media/image45.png" Type="http://schemas.openxmlformats.org/officeDocument/2006/relationships/image"/><Relationship Id="rId14" Target="../media/image60.png" Type="http://schemas.openxmlformats.org/officeDocument/2006/relationships/image"/><Relationship Id="rId15" Target="../media/image61.png" Type="http://schemas.openxmlformats.org/officeDocument/2006/relationships/image"/><Relationship Id="rId16" Target="../media/image31.png" Type="http://schemas.openxmlformats.org/officeDocument/2006/relationships/image"/><Relationship Id="rId17" Target="../media/image62.png" Type="http://schemas.openxmlformats.org/officeDocument/2006/relationships/image"/><Relationship Id="rId18" Target="../media/image32.png" Type="http://schemas.openxmlformats.org/officeDocument/2006/relationships/image"/><Relationship Id="rId19" Target="../media/image74.png" Type="http://schemas.openxmlformats.org/officeDocument/2006/relationships/image"/><Relationship Id="rId2" Target="../media/image4.png" Type="http://schemas.openxmlformats.org/officeDocument/2006/relationships/image"/><Relationship Id="rId20" Target="../media/image75.png" Type="http://schemas.openxmlformats.org/officeDocument/2006/relationships/image"/><Relationship Id="rId21" Target="../media/image76.png" Type="http://schemas.openxmlformats.org/officeDocument/2006/relationships/image"/><Relationship Id="rId3" Target="../media/image15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69.pn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59.png" Type="http://schemas.openxmlformats.org/officeDocument/2006/relationships/image"/><Relationship Id="rId12" Target="../media/image45.png" Type="http://schemas.openxmlformats.org/officeDocument/2006/relationships/image"/><Relationship Id="rId13" Target="../media/image60.png" Type="http://schemas.openxmlformats.org/officeDocument/2006/relationships/image"/><Relationship Id="rId14" Target="../media/image61.png" Type="http://schemas.openxmlformats.org/officeDocument/2006/relationships/image"/><Relationship Id="rId15" Target="../media/image31.png" Type="http://schemas.openxmlformats.org/officeDocument/2006/relationships/image"/><Relationship Id="rId16" Target="../media/image62.png" Type="http://schemas.openxmlformats.org/officeDocument/2006/relationships/image"/><Relationship Id="rId17" Target="../media/image32.png" Type="http://schemas.openxmlformats.org/officeDocument/2006/relationships/image"/><Relationship Id="rId18" Target="../media/image80.png" Type="http://schemas.openxmlformats.org/officeDocument/2006/relationships/image"/><Relationship Id="rId2" Target="../media/image4.png" Type="http://schemas.openxmlformats.org/officeDocument/2006/relationships/image"/><Relationship Id="rId3" Target="../media/image15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81.png" Type="http://schemas.openxmlformats.org/officeDocument/2006/relationships/image"/><Relationship Id="rId12" Target="../media/image82.png" Type="http://schemas.openxmlformats.org/officeDocument/2006/relationships/image"/><Relationship Id="rId13" Target="../media/image83.png" Type="http://schemas.openxmlformats.org/officeDocument/2006/relationships/image"/><Relationship Id="rId14" Target="../media/image84.png" Type="http://schemas.openxmlformats.org/officeDocument/2006/relationships/image"/><Relationship Id="rId15" Target="../media/image16.png" Type="http://schemas.openxmlformats.org/officeDocument/2006/relationships/image"/><Relationship Id="rId16" Target="../media/image85.png" Type="http://schemas.openxmlformats.org/officeDocument/2006/relationships/image"/><Relationship Id="rId17" Target="../media/image86.png" Type="http://schemas.openxmlformats.org/officeDocument/2006/relationships/image"/><Relationship Id="rId18" Target="../media/image8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88.png" Type="http://schemas.openxmlformats.org/officeDocument/2006/relationships/image"/><Relationship Id="rId12" Target="../media/image89.png" Type="http://schemas.openxmlformats.org/officeDocument/2006/relationships/image"/><Relationship Id="rId13" Target="../media/image16.png" Type="http://schemas.openxmlformats.org/officeDocument/2006/relationships/image"/><Relationship Id="rId14" Target="../media/image85.png" Type="http://schemas.openxmlformats.org/officeDocument/2006/relationships/image"/><Relationship Id="rId15" Target="../media/image90.png" Type="http://schemas.openxmlformats.org/officeDocument/2006/relationships/image"/><Relationship Id="rId16" Target="../media/image9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92.png" Type="http://schemas.openxmlformats.org/officeDocument/2006/relationships/image"/><Relationship Id="rId12" Target="../media/image93.png" Type="http://schemas.openxmlformats.org/officeDocument/2006/relationships/image"/><Relationship Id="rId13" Target="../media/image16.png" Type="http://schemas.openxmlformats.org/officeDocument/2006/relationships/image"/><Relationship Id="rId14" Target="../media/image85.png" Type="http://schemas.openxmlformats.org/officeDocument/2006/relationships/image"/><Relationship Id="rId15" Target="../media/image94.png" Type="http://schemas.openxmlformats.org/officeDocument/2006/relationships/image"/><Relationship Id="rId16" Target="../media/image9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96.png" Type="http://schemas.openxmlformats.org/officeDocument/2006/relationships/image"/><Relationship Id="rId12" Target="../media/image97.png" Type="http://schemas.openxmlformats.org/officeDocument/2006/relationships/image"/><Relationship Id="rId13" Target="../media/image16.png" Type="http://schemas.openxmlformats.org/officeDocument/2006/relationships/image"/><Relationship Id="rId14" Target="../media/image85.png" Type="http://schemas.openxmlformats.org/officeDocument/2006/relationships/image"/><Relationship Id="rId15" Target="../media/image94.png" Type="http://schemas.openxmlformats.org/officeDocument/2006/relationships/image"/><Relationship Id="rId16" Target="../media/image98.png" Type="http://schemas.openxmlformats.org/officeDocument/2006/relationships/image"/><Relationship Id="rId17" Target="../media/image9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100.png" Type="http://schemas.openxmlformats.org/officeDocument/2006/relationships/image"/><Relationship Id="rId12" Target="../media/image16.png" Type="http://schemas.openxmlformats.org/officeDocument/2006/relationships/image"/><Relationship Id="rId13" Target="../media/image85.png" Type="http://schemas.openxmlformats.org/officeDocument/2006/relationships/image"/><Relationship Id="rId14" Target="../media/image94.png" Type="http://schemas.openxmlformats.org/officeDocument/2006/relationships/image"/><Relationship Id="rId15" Target="../media/image98.png" Type="http://schemas.openxmlformats.org/officeDocument/2006/relationships/image"/><Relationship Id="rId16" Target="../media/image101.png" Type="http://schemas.openxmlformats.org/officeDocument/2006/relationships/image"/><Relationship Id="rId17" Target="../media/image10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3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7378700"/>
            <a:ext cx="16916400" cy="227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55900" y="3695700"/>
            <a:ext cx="12776200" cy="1587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12700" y="3429000"/>
            <a:ext cx="14986000" cy="2336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314700" y="4191000"/>
            <a:ext cx="571500" cy="596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14541500" y="4368800"/>
            <a:ext cx="431800" cy="241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747500" y="7556500"/>
            <a:ext cx="5956300" cy="1219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71500" y="7556500"/>
            <a:ext cx="61849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908800" y="1739900"/>
            <a:ext cx="2590800" cy="1117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423400" y="1955800"/>
            <a:ext cx="2108200" cy="1206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423400" y="3378200"/>
            <a:ext cx="2743200" cy="1206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908800" y="3162300"/>
            <a:ext cx="2628900" cy="1117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423400" y="4800600"/>
            <a:ext cx="2743200" cy="1206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908800" y="4584700"/>
            <a:ext cx="2641600" cy="1117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423400" y="6210300"/>
            <a:ext cx="5105400" cy="1206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908800" y="6007100"/>
            <a:ext cx="2641600" cy="11176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3581400" y="5092700"/>
            <a:ext cx="7086600" cy="127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191465200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124700" y="2971800"/>
            <a:ext cx="10477500" cy="127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191465200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124700" y="4381500"/>
            <a:ext cx="10477500" cy="127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191465200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124700" y="5803900"/>
            <a:ext cx="10477500" cy="127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191465200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124700" y="7226300"/>
            <a:ext cx="10477500" cy="12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410700" y="7594600"/>
            <a:ext cx="2273300" cy="825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6908800" y="7416800"/>
            <a:ext cx="2628900" cy="1117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524000" y="1955800"/>
            <a:ext cx="4876800" cy="1117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2425700" y="1993900"/>
            <a:ext cx="1333500" cy="11811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917700" y="2298700"/>
            <a:ext cx="406400" cy="419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10800000">
            <a:off x="5689600" y="2425700"/>
            <a:ext cx="3175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597900" y="2705100"/>
            <a:ext cx="8242300" cy="127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74800" y="2082800"/>
            <a:ext cx="6172200" cy="6172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420100" y="1841500"/>
            <a:ext cx="3721100" cy="1219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521700" y="2870200"/>
            <a:ext cx="8648700" cy="4203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597900" y="2705100"/>
            <a:ext cx="8242300" cy="127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74800" y="2082800"/>
            <a:ext cx="6172200" cy="6172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420100" y="1879600"/>
            <a:ext cx="3721100" cy="1219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483600" y="2921000"/>
            <a:ext cx="5753100" cy="415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8500" y="4102100"/>
            <a:ext cx="4216400" cy="454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914900" y="4102100"/>
            <a:ext cx="4229100" cy="454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144000" y="4102100"/>
            <a:ext cx="4229100" cy="454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73100" y="4102100"/>
            <a:ext cx="4229100" cy="4546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6870700" y="6362700"/>
            <a:ext cx="4546600" cy="127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85800" y="3505200"/>
            <a:ext cx="16916400" cy="12700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2628900" y="6362700"/>
            <a:ext cx="4546600" cy="127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470400" y="5930900"/>
            <a:ext cx="863600" cy="863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813300" y="6184900"/>
            <a:ext cx="177800" cy="3683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712200" y="5930900"/>
            <a:ext cx="863600" cy="863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055100" y="6184900"/>
            <a:ext cx="177800" cy="368300"/>
          </a:xfrm>
          <a:prstGeom prst="rect">
            <a:avLst/>
          </a:prstGeom>
        </p:spPr>
      </p:pic>
      <p:grpSp>
        <p:nvGrpSpPr>
          <p:cNvPr name="Group 31" id="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941300" y="5930900"/>
            <a:ext cx="863600" cy="863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284200" y="6184900"/>
            <a:ext cx="177800" cy="3683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grpSp>
        <p:nvGrpSpPr>
          <p:cNvPr name="Group 35" id="3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6" id="3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651500" y="1955800"/>
            <a:ext cx="6985000" cy="1117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6540500" y="2019300"/>
            <a:ext cx="4356100" cy="1168400"/>
          </a:xfrm>
          <a:prstGeom prst="rect">
            <a:avLst/>
          </a:prstGeom>
        </p:spPr>
      </p:pic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070600" y="2298700"/>
            <a:ext cx="406400" cy="4191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10800000">
            <a:off x="11912600" y="2425700"/>
            <a:ext cx="317500" cy="1778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23900" y="5232400"/>
            <a:ext cx="3898900" cy="30988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46100" y="3543300"/>
            <a:ext cx="1828800" cy="26670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4584700" y="3543300"/>
            <a:ext cx="2654300" cy="26670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8915400" y="3530600"/>
            <a:ext cx="2514600" cy="26797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3119100" y="3543300"/>
            <a:ext cx="2641600" cy="26670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5080000" y="5156200"/>
            <a:ext cx="3111500" cy="12827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9448800" y="5156200"/>
            <a:ext cx="2374900" cy="13081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639800" y="5156200"/>
            <a:ext cx="32893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4800" y="3835400"/>
            <a:ext cx="4749800" cy="46228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505700" y="3822700"/>
            <a:ext cx="6172200" cy="26289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15400" y="5143500"/>
            <a:ext cx="6832600" cy="34925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220700" y="3835400"/>
            <a:ext cx="4102100" cy="4813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2184400" y="1320800"/>
            <a:ext cx="13957300" cy="2222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44600" y="1803400"/>
            <a:ext cx="6985000" cy="1117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816100" y="1549400"/>
            <a:ext cx="5651500" cy="24511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73200" y="1968500"/>
            <a:ext cx="800100" cy="83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51000" y="2146300"/>
            <a:ext cx="406400" cy="4191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10800000">
            <a:off x="7340600" y="2197100"/>
            <a:ext cx="635000" cy="355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10800000">
            <a:off x="7493000" y="2273300"/>
            <a:ext cx="317500" cy="1778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58900" y="2882900"/>
            <a:ext cx="2070100" cy="1371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391400" y="3009900"/>
            <a:ext cx="89027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9800" y="3937000"/>
            <a:ext cx="7569200" cy="45085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832600" y="3962400"/>
            <a:ext cx="3352800" cy="46863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502900" y="3962400"/>
            <a:ext cx="6172200" cy="37465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490200" y="5829300"/>
            <a:ext cx="6172200" cy="2819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643100" y="1917700"/>
            <a:ext cx="2044700" cy="2044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-2082800" y="1346200"/>
            <a:ext cx="13957300" cy="2222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33500" y="1828800"/>
            <a:ext cx="6985000" cy="1117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917700" y="1574800"/>
            <a:ext cx="5651500" cy="24511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574800" y="1993900"/>
            <a:ext cx="800100" cy="838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752600" y="2171700"/>
            <a:ext cx="406400" cy="419100"/>
          </a:xfrm>
          <a:prstGeom prst="rect">
            <a:avLst/>
          </a:prstGeom>
        </p:spPr>
      </p:pic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10800000">
            <a:off x="7442200" y="2222500"/>
            <a:ext cx="635000" cy="355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10800000">
            <a:off x="7581900" y="2298700"/>
            <a:ext cx="317500" cy="177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422400" y="2959100"/>
            <a:ext cx="68453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169400" y="3771900"/>
            <a:ext cx="2044700" cy="2044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144000" y="6121400"/>
            <a:ext cx="2044700" cy="2044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3797300"/>
            <a:ext cx="2832100" cy="46482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762500" y="3771900"/>
            <a:ext cx="3352800" cy="4737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2273300" y="1295400"/>
            <a:ext cx="13957300" cy="2222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43000" y="1778000"/>
            <a:ext cx="6985000" cy="1117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27200" y="1524000"/>
            <a:ext cx="5651500" cy="24511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84300" y="1943100"/>
            <a:ext cx="800100" cy="838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562100" y="2120900"/>
            <a:ext cx="406400" cy="4191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10800000">
            <a:off x="7251700" y="2171700"/>
            <a:ext cx="635000" cy="355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10800000">
            <a:off x="7391400" y="2247900"/>
            <a:ext cx="317500" cy="177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35100" y="2959100"/>
            <a:ext cx="2387600" cy="1206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1366500" y="3924300"/>
            <a:ext cx="6464300" cy="1816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1506200" y="6400800"/>
            <a:ext cx="5880100" cy="181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182600" y="4292600"/>
            <a:ext cx="2374900" cy="23749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76400" y="4064000"/>
            <a:ext cx="4432300" cy="45212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375400" y="3200400"/>
            <a:ext cx="5245100" cy="5397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2273300" y="1295400"/>
            <a:ext cx="13957300" cy="2222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3000" y="1778000"/>
            <a:ext cx="6985000" cy="1117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27200" y="1524000"/>
            <a:ext cx="5651500" cy="24511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84300" y="1943100"/>
            <a:ext cx="800100" cy="83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562100" y="2120900"/>
            <a:ext cx="406400" cy="4191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0800000">
            <a:off x="7251700" y="2171700"/>
            <a:ext cx="635000" cy="355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10800000">
            <a:off x="7391400" y="2247900"/>
            <a:ext cx="317500" cy="177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22400" y="2959100"/>
            <a:ext cx="37211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4100" y="2527300"/>
            <a:ext cx="8242300" cy="127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54100" y="4064000"/>
            <a:ext cx="5753100" cy="38481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896100" y="3492500"/>
            <a:ext cx="3086100" cy="2743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896100" y="6172200"/>
            <a:ext cx="4127500" cy="2286000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023600" y="3441700"/>
            <a:ext cx="6197600" cy="4991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16000" y="1701800"/>
            <a:ext cx="2806700" cy="1778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16000" y="2603500"/>
            <a:ext cx="4775200" cy="1574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756400" y="2565400"/>
            <a:ext cx="56896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4100" y="2527300"/>
            <a:ext cx="8242300" cy="127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43000" y="3479800"/>
            <a:ext cx="6172200" cy="47625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861300" y="3479800"/>
            <a:ext cx="3759200" cy="4889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16000" y="1701800"/>
            <a:ext cx="2806700" cy="1778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03300" y="2603500"/>
            <a:ext cx="3416300" cy="1041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747000" y="2654300"/>
            <a:ext cx="23749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4100" y="2527300"/>
            <a:ext cx="8242300" cy="127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54100" y="4356100"/>
            <a:ext cx="5562600" cy="30353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086600" y="4330700"/>
            <a:ext cx="8966200" cy="2374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16000" y="1701800"/>
            <a:ext cx="2806700" cy="1778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16000" y="2578100"/>
            <a:ext cx="1879600" cy="1054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41400" y="3378200"/>
            <a:ext cx="43180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4100" y="2527300"/>
            <a:ext cx="8242300" cy="127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54100" y="4267200"/>
            <a:ext cx="6896100" cy="42545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077200" y="4343400"/>
            <a:ext cx="9207500" cy="4051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16000" y="1701800"/>
            <a:ext cx="2806700" cy="1778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16000" y="2578100"/>
            <a:ext cx="1879600" cy="1054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768600" y="2730500"/>
            <a:ext cx="2959100" cy="1270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54100" y="3225800"/>
            <a:ext cx="144399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4100" y="2527300"/>
            <a:ext cx="8242300" cy="127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296400" y="1892300"/>
            <a:ext cx="8077200" cy="6502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16000" y="1701800"/>
            <a:ext cx="2806700" cy="1778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16000" y="2578100"/>
            <a:ext cx="1879600" cy="1054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768600" y="2730500"/>
            <a:ext cx="2959100" cy="1270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3000" y="4254500"/>
            <a:ext cx="7810500" cy="2768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5700" y="3416300"/>
            <a:ext cx="5207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7378700"/>
            <a:ext cx="16916400" cy="227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55900" y="3695700"/>
            <a:ext cx="12776200" cy="1587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508000" y="3429000"/>
            <a:ext cx="15608300" cy="2374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314700" y="4191000"/>
            <a:ext cx="571500" cy="596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14541500" y="4368800"/>
            <a:ext cx="431800" cy="241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747500" y="7556500"/>
            <a:ext cx="5956300" cy="1219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71500" y="7556500"/>
            <a:ext cx="61849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7378700"/>
            <a:ext cx="16916400" cy="227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33400" y="3505200"/>
            <a:ext cx="14528800" cy="2260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747500" y="7556500"/>
            <a:ext cx="5956300" cy="1219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71500" y="7556500"/>
            <a:ext cx="6184900" cy="121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